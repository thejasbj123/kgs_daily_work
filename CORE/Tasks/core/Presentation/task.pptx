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DB3F5-EF0B-43A4-B8E2-CFC72C04E18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42AEA-AD39-4B2B-BF1D-65CE0E224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33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42AEA-AD39-4B2B-BF1D-65CE0E224C7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56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611455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>
                <a:solidFill>
                  <a:srgbClr val="192337"/>
                </a:solidFill>
              </a:rPr>
              <a:t>Presentation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5074920" cy="65836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64008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7" name="TextBox 6"/>
          <p:cNvSpPr txBox="1"/>
          <p:nvPr/>
        </p:nvSpPr>
        <p:spPr>
          <a:xfrm>
            <a:off x="996695" y="1700784"/>
            <a:ext cx="26493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 dirty="0">
                <a:solidFill>
                  <a:srgbClr val="286EE6"/>
                </a:solidFill>
              </a:rPr>
              <a:t>01  VISITOR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074920" cy="65836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64008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11" name="TextBox 10"/>
          <p:cNvSpPr txBox="1"/>
          <p:nvPr/>
        </p:nvSpPr>
        <p:spPr>
          <a:xfrm>
            <a:off x="6483096" y="1700784"/>
            <a:ext cx="29439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19BED7"/>
                </a:solidFill>
              </a:rPr>
              <a:t>02  EMPLOYEE ID GENERATOR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404872"/>
            <a:ext cx="64008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15" name="TextBox 14"/>
          <p:cNvSpPr txBox="1"/>
          <p:nvPr/>
        </p:nvSpPr>
        <p:spPr>
          <a:xfrm>
            <a:off x="996695" y="2551176"/>
            <a:ext cx="3375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03  BANK TRANSACTION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04872"/>
            <a:ext cx="5074920" cy="65836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Rectangle 17"/>
          <p:cNvSpPr/>
          <p:nvPr/>
        </p:nvSpPr>
        <p:spPr>
          <a:xfrm>
            <a:off x="6263640" y="2404872"/>
            <a:ext cx="64008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19" name="TextBox 18"/>
          <p:cNvSpPr txBox="1"/>
          <p:nvPr/>
        </p:nvSpPr>
        <p:spPr>
          <a:xfrm>
            <a:off x="6483096" y="2551176"/>
            <a:ext cx="33393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ptos"/>
              </a:defRPr>
            </a:pPr>
            <a:r>
              <a:rPr sz="1600">
                <a:solidFill>
                  <a:srgbClr val="F5AF19"/>
                </a:solidFill>
              </a:rPr>
              <a:t>04  STRING SLICING — EXAMPLE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55264"/>
            <a:ext cx="5074920" cy="65836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22" name="Rectangle 21"/>
          <p:cNvSpPr/>
          <p:nvPr/>
        </p:nvSpPr>
        <p:spPr>
          <a:xfrm>
            <a:off x="777240" y="3255264"/>
            <a:ext cx="64008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23" name="TextBox 22"/>
          <p:cNvSpPr txBox="1"/>
          <p:nvPr/>
        </p:nvSpPr>
        <p:spPr>
          <a:xfrm>
            <a:off x="996695" y="3401568"/>
            <a:ext cx="33393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05  STRING SLICING — EXAMPLE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255264"/>
            <a:ext cx="5074920" cy="65836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Rectangle 25"/>
          <p:cNvSpPr/>
          <p:nvPr/>
        </p:nvSpPr>
        <p:spPr>
          <a:xfrm>
            <a:off x="6263640" y="3255264"/>
            <a:ext cx="64008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27" name="TextBox 26"/>
          <p:cNvSpPr txBox="1"/>
          <p:nvPr/>
        </p:nvSpPr>
        <p:spPr>
          <a:xfrm>
            <a:off x="6483096" y="3401568"/>
            <a:ext cx="33393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06  STRING SLICING — EXAMPLE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105656"/>
            <a:ext cx="64008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31" name="TextBox 30"/>
          <p:cNvSpPr txBox="1"/>
          <p:nvPr/>
        </p:nvSpPr>
        <p:spPr>
          <a:xfrm>
            <a:off x="996695" y="4251960"/>
            <a:ext cx="25114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07  REVERSE THE STRING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105656"/>
            <a:ext cx="5074920" cy="65836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Rectangle 33"/>
          <p:cNvSpPr/>
          <p:nvPr/>
        </p:nvSpPr>
        <p:spPr>
          <a:xfrm>
            <a:off x="6263640" y="4105656"/>
            <a:ext cx="64008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35" name="TextBox 34"/>
          <p:cNvSpPr txBox="1"/>
          <p:nvPr/>
        </p:nvSpPr>
        <p:spPr>
          <a:xfrm>
            <a:off x="6483096" y="4251960"/>
            <a:ext cx="25399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08  REVERSE THE WORDS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956048"/>
            <a:ext cx="5074920" cy="65836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38" name="Rectangle 37"/>
          <p:cNvSpPr/>
          <p:nvPr/>
        </p:nvSpPr>
        <p:spPr>
          <a:xfrm>
            <a:off x="777240" y="4956048"/>
            <a:ext cx="64008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39" name="TextBox 38"/>
          <p:cNvSpPr txBox="1"/>
          <p:nvPr/>
        </p:nvSpPr>
        <p:spPr>
          <a:xfrm>
            <a:off x="996695" y="5102352"/>
            <a:ext cx="32376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09  REMOVE DUPLICATE LETTERS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956048"/>
            <a:ext cx="5074920" cy="65836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2" name="Rectangle 41"/>
          <p:cNvSpPr/>
          <p:nvPr/>
        </p:nvSpPr>
        <p:spPr>
          <a:xfrm>
            <a:off x="6263640" y="4956048"/>
            <a:ext cx="64008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43" name="TextBox 42"/>
          <p:cNvSpPr txBox="1"/>
          <p:nvPr/>
        </p:nvSpPr>
        <p:spPr>
          <a:xfrm>
            <a:off x="6483096" y="5102352"/>
            <a:ext cx="31761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10  REMOVE DUPLICATE WORDS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97136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 dirty="0">
                <a:solidFill>
                  <a:srgbClr val="192337"/>
                </a:solidFill>
              </a:rPr>
              <a:t>01 — Visitor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337560" cy="347472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64008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996695" y="1746504"/>
            <a:ext cx="15132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CLASS &amp;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67128"/>
            <a:ext cx="2926079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Manage class stores visitor ID, name, company and mobile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Stores person to meet, department and purpose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Entry and exit time are maintained as object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337560" cy="347472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4407408" y="1600200"/>
            <a:ext cx="64008" cy="3474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4626864" y="1746504"/>
            <a:ext cx="24450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19BED7"/>
                </a:solidFill>
              </a:rPr>
              <a:t>CHECK-IN / CHECK-OUT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167128"/>
            <a:ext cx="2926079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Read visitor details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Validate entry hour from 0–23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Validate exit hour and compare with entry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Duration = exit time − entry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600200"/>
            <a:ext cx="3337560" cy="347472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8037575" y="1600200"/>
            <a:ext cx="64008" cy="3474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8257031" y="1746504"/>
            <a:ext cx="14078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MENU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167128"/>
            <a:ext cx="2926079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• 1. Visitor Check-In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• 2. Visitor Check-Out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• 3. Visitor Guidelines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• 4. Exit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• Invalid choices are handled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 dirty="0">
                <a:solidFill>
                  <a:srgbClr val="192337"/>
                </a:solidFill>
              </a:rPr>
              <a:t>Create object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Choose menu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Call 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Validate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54896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 dirty="0">
                <a:solidFill>
                  <a:srgbClr val="00B050"/>
                </a:solidFill>
              </a:rPr>
              <a:t>Show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77026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>
                <a:solidFill>
                  <a:srgbClr val="192337"/>
                </a:solidFill>
              </a:rPr>
              <a:t>02 — Employee ID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337560" cy="33375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64008" cy="3337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996695" y="1792224"/>
            <a:ext cx="18876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 dirty="0">
                <a:solidFill>
                  <a:srgbClr val="286EE6"/>
                </a:solidFill>
              </a:rPr>
              <a:t>CLASS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12848"/>
            <a:ext cx="2926079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</a:t>
            </a:r>
            <a:r>
              <a:rPr dirty="0" err="1">
                <a:solidFill>
                  <a:srgbClr val="192337"/>
                </a:solidFill>
              </a:rPr>
              <a:t>company_name</a:t>
            </a:r>
            <a:r>
              <a:rPr dirty="0">
                <a:solidFill>
                  <a:srgbClr val="192337"/>
                </a:solidFill>
              </a:rPr>
              <a:t> is shared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</a:t>
            </a:r>
            <a:r>
              <a:rPr dirty="0" err="1">
                <a:solidFill>
                  <a:srgbClr val="192337"/>
                </a:solidFill>
              </a:rPr>
              <a:t>employee_count</a:t>
            </a:r>
            <a:r>
              <a:rPr dirty="0">
                <a:solidFill>
                  <a:srgbClr val="192337"/>
                </a:solidFill>
              </a:rPr>
              <a:t> starts at 1000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Each new employee increments the counter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37560" cy="33375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4407408" y="1645920"/>
            <a:ext cx="64008" cy="3337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4626864" y="1792224"/>
            <a:ext cx="14178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19BED7"/>
                </a:solidFill>
              </a:rPr>
              <a:t>OBJECT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212848"/>
            <a:ext cx="2926079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Employee name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Department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Each object represents one employee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645920"/>
            <a:ext cx="3337560" cy="33375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8037575" y="1645920"/>
            <a:ext cx="64008" cy="3337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8257031" y="1792224"/>
            <a:ext cx="10375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ID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212848"/>
            <a:ext cx="2926079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Increment employee_count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Build ID as EMP + KGS + count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Display company, name, ID and department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394960"/>
            <a:ext cx="2548890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Create employee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5002" y="5394960"/>
            <a:ext cx="2548890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Increment 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5394960"/>
            <a:ext cx="2548890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Build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8542" y="5394960"/>
            <a:ext cx="2548890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Display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47430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>
                <a:solidFill>
                  <a:srgbClr val="192337"/>
                </a:solidFill>
              </a:rPr>
              <a:t>03 — Bank Transaction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337560" cy="34290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64008" cy="3429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996695" y="1746504"/>
            <a:ext cx="7665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67128"/>
            <a:ext cx="2926079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Read 7 transaction amounts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Store values in a list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Positive values represent credits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Negative values represent debits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337560" cy="34290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4407408" y="1600200"/>
            <a:ext cx="64008" cy="3429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4626864" y="1746504"/>
            <a:ext cx="14461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FILTER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167128"/>
            <a:ext cx="2926079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filter(x &gt; 0) → credits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filter(x &lt; 0) → debits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Separates transactions by 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600200"/>
            <a:ext cx="3337560" cy="34290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8037575" y="1600200"/>
            <a:ext cx="64008" cy="3429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8257031" y="1746504"/>
            <a:ext cx="23336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CASHBACK +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167128"/>
            <a:ext cx="2926079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map() adds 10% to credits above ₹2,000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Nested calculate_balance() sums adjusted credits + debits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Final transaction report is displayed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Read 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Filter credits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Filter debits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Map cashback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54896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Calculate 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929139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 dirty="0">
                <a:solidFill>
                  <a:schemeClr val="tx2"/>
                </a:solidFill>
              </a:rPr>
              <a:t>04 — String Slicing: Email Validator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492240" cy="19659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64008" cy="1965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950976" y="1746504"/>
            <a:ext cx="11799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67128"/>
            <a:ext cx="6080759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286EE6"/>
                </a:solidFill>
              </a:rPr>
              <a:t>• Input an email address such as “rahul@gmail.com”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286EE6"/>
                </a:solidFill>
              </a:rPr>
              <a:t>• Print the username, domain name, extension and reverse the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6492240" cy="1828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64008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950976" y="3895344"/>
            <a:ext cx="7891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315968"/>
            <a:ext cx="6080759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• Read the email as a string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• Use negative slicing to extract the extension and domain portion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• Use [::-1] to reverse the complete string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600200"/>
            <a:ext cx="3931920" cy="3977639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7498079" y="1600200"/>
            <a:ext cx="64008" cy="397763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7717536" y="1746504"/>
            <a:ext cx="20026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EXAMPLE /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167128"/>
            <a:ext cx="3520439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Example: ateha@gmail.com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str[-4:] → .com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str[-10:-4] → @gmail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str[::-1] → moc.liamg@aheta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24960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 dirty="0">
                <a:solidFill>
                  <a:schemeClr val="accent4">
                    <a:lumMod val="50000"/>
                  </a:schemeClr>
                </a:solidFill>
              </a:rPr>
              <a:t>05 — String Slicing: Aadhaar Formatter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492240" cy="19659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64008" cy="1965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" name="TextBox 6"/>
          <p:cNvSpPr txBox="1"/>
          <p:nvPr/>
        </p:nvSpPr>
        <p:spPr>
          <a:xfrm>
            <a:off x="950976" y="1746504"/>
            <a:ext cx="11799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67128"/>
            <a:ext cx="6080759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Input a 12-digit Aadhaar number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Print first 4, middle 4, last 4 and the formatted number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6492240" cy="1828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1" name="TextBox 10"/>
          <p:cNvSpPr txBox="1"/>
          <p:nvPr/>
        </p:nvSpPr>
        <p:spPr>
          <a:xfrm>
            <a:off x="950976" y="3895344"/>
            <a:ext cx="7891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315968"/>
            <a:ext cx="6080759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[:4] extracts the first four digits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[4:8] extracts the middle four digits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[-4:] extracts the last four digits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Combine the three parts using '-'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600200"/>
            <a:ext cx="3931920" cy="3977639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4" name="Rectangle 13"/>
          <p:cNvSpPr/>
          <p:nvPr/>
        </p:nvSpPr>
        <p:spPr>
          <a:xfrm>
            <a:off x="7498079" y="1600200"/>
            <a:ext cx="64008" cy="397763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5" name="TextBox 14"/>
          <p:cNvSpPr txBox="1"/>
          <p:nvPr/>
        </p:nvSpPr>
        <p:spPr>
          <a:xfrm>
            <a:off x="7717536" y="1746504"/>
            <a:ext cx="20026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EXAMPLE /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167128"/>
            <a:ext cx="3520439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Input: 123456789012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[:4] → 1234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[4:8] → 5678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[-4:] → 9012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Formatted → 1234-5678-9012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245283" y="380251"/>
            <a:ext cx="1194641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 dirty="0">
                <a:solidFill>
                  <a:schemeClr val="accent4">
                    <a:lumMod val="50000"/>
                  </a:schemeClr>
                </a:solidFill>
              </a:rPr>
              <a:t>06 — String Slicing: Company Name Analyzer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492240" cy="19659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64008" cy="1965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950976" y="1746504"/>
            <a:ext cx="93070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200">
                <a:solidFill>
                  <a:srgbClr val="286EE6"/>
                </a:solidFill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67128"/>
            <a:ext cx="6080759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Input: “Kaizentrix Global Solutions”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Print first section, last section, every second character, reverse and length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8"/>
            <a:ext cx="6492240" cy="2435451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64008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950976" y="3895344"/>
            <a:ext cx="6379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200">
                <a:solidFill>
                  <a:srgbClr val="286EE6"/>
                </a:solidFill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315968"/>
            <a:ext cx="6080759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[:10] extracts the first 10 characters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[-9:] extracts the final 9 characters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[::2] takes every second character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[::-1] reverses the string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192337"/>
                </a:solidFill>
              </a:rPr>
              <a:t>• </a:t>
            </a:r>
            <a:r>
              <a:rPr dirty="0" err="1">
                <a:solidFill>
                  <a:srgbClr val="192337"/>
                </a:solidFill>
              </a:rPr>
              <a:t>len</a:t>
            </a:r>
            <a:r>
              <a:rPr dirty="0">
                <a:solidFill>
                  <a:srgbClr val="192337"/>
                </a:solidFill>
              </a:rPr>
              <a:t>() counts the characters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600200"/>
            <a:ext cx="3931920" cy="3977639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7498079" y="1600200"/>
            <a:ext cx="64008" cy="397763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7717536" y="1746504"/>
            <a:ext cx="15517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200">
                <a:solidFill>
                  <a:srgbClr val="23BE7D"/>
                </a:solidFill>
              </a:rPr>
              <a:t>EXAMPLE /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167128"/>
            <a:ext cx="3520439" cy="201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Input: Kaizentrix Global Solutions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[:10] → Kaizentrix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[-9:] → Solutions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[::2] → Kieti lblSltos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[::-1] → snoituloS labolG xirtneziaK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Length →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639014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>
                <a:solidFill>
                  <a:srgbClr val="192337"/>
                </a:solidFill>
              </a:rPr>
              <a:t>07 — Reverse the String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212080" cy="33375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64008" cy="3337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996695" y="1837944"/>
            <a:ext cx="7891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58568"/>
            <a:ext cx="480060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Input: "lewis"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Start with an empty result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For each character, place it before the current result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result = character +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33375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64008" cy="3337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6437376" y="1837944"/>
            <a:ext cx="8946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258568"/>
            <a:ext cx="480060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3BE7D"/>
                </a:solidFill>
              </a:rPr>
              <a:t>• Characters are processed from left to right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3BE7D"/>
                </a:solidFill>
              </a:rPr>
              <a:t>• Each new character is added to the front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3BE7D"/>
                </a:solidFill>
              </a:rPr>
              <a:t>• Final output: siwel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3BE7D"/>
                </a:solidFill>
              </a:rPr>
              <a:t>• No built-in reverse function is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Read string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Empty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Take character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Prepend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4896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Print reversed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656436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>
                <a:solidFill>
                  <a:srgbClr val="192337"/>
                </a:solidFill>
              </a:rPr>
              <a:t>08 — Reverse the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337560" cy="33832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64008" cy="3383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996695" y="1837944"/>
            <a:ext cx="7665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58568"/>
            <a:ext cx="2926079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"Kaizentrix globaal solutions"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split() converts the sentence into words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The words are processed one by 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37560" cy="33832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64008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4626864" y="1837944"/>
            <a:ext cx="7891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258568"/>
            <a:ext cx="2926079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3BE7D"/>
                </a:solidFill>
              </a:rPr>
              <a:t>• Start with an empty string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3BE7D"/>
                </a:solidFill>
              </a:rPr>
              <a:t>• For each word, place it before the current result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3BE7D"/>
                </a:solidFill>
              </a:rPr>
              <a:t>• word + ' ' + result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3BE7D"/>
                </a:solidFill>
              </a:rPr>
              <a:t>• This builds the sentence backwards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691640"/>
            <a:ext cx="3337560" cy="33832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8037575" y="1691640"/>
            <a:ext cx="64008" cy="3383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8257031" y="1837944"/>
            <a:ext cx="9541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258568"/>
            <a:ext cx="2926079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"solutions globaal Kaizentrix"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Word order is reversed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Characters inside each word stay unchanged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Sentence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split()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Loop words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Prepend 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54896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Reversed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40499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>
                <a:solidFill>
                  <a:srgbClr val="192337"/>
                </a:solidFill>
              </a:rPr>
              <a:t>09 — Remove Duplicate Letters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212080" cy="33832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64008" cy="3383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996695" y="1837944"/>
            <a:ext cx="11799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58568"/>
            <a:ext cx="4800600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Input: "Hello"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Remove repeated characters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286EE6"/>
                </a:solidFill>
              </a:rPr>
              <a:t>• Keep the first occurrence of every character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338328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64008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6437376" y="1837944"/>
            <a:ext cx="7891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258568"/>
            <a:ext cx="48006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286EE6"/>
                </a:solidFill>
              </a:rPr>
              <a:t>• Start result as an empty string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286EE6"/>
                </a:solidFill>
              </a:rPr>
              <a:t>• Loop through each character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286EE6"/>
                </a:solidFill>
              </a:rPr>
              <a:t>• If character is not already in result, append it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286EE6"/>
                </a:solidFill>
              </a:rPr>
              <a:t>• Repeated characters are skipped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286EE6"/>
                </a:solidFill>
              </a:rPr>
              <a:t>• Output: Helo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Read character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Check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New?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Append / skip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4896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Print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26482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 Display"/>
              </a:defRPr>
            </a:pPr>
            <a:r>
              <a:rPr sz="4800">
                <a:solidFill>
                  <a:srgbClr val="192337"/>
                </a:solidFill>
              </a:rPr>
              <a:t>10 — Remove Duplicate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337560" cy="3520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64008" cy="3520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" name="TextBox 6"/>
          <p:cNvSpPr txBox="1"/>
          <p:nvPr/>
        </p:nvSpPr>
        <p:spPr>
          <a:xfrm>
            <a:off x="996695" y="1792224"/>
            <a:ext cx="7665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12848"/>
            <a:ext cx="2926079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"Rama is sleeping and Rama is snooring"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split() converts the sentence to words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Repeated word: Rama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37560" cy="3520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0" name="Rectangle 9"/>
          <p:cNvSpPr/>
          <p:nvPr/>
        </p:nvSpPr>
        <p:spPr>
          <a:xfrm>
            <a:off x="4407408" y="1645920"/>
            <a:ext cx="64008" cy="3520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1" name="TextBox 10"/>
          <p:cNvSpPr txBox="1"/>
          <p:nvPr/>
        </p:nvSpPr>
        <p:spPr>
          <a:xfrm>
            <a:off x="4626864" y="1792224"/>
            <a:ext cx="7891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ptos"/>
              </a:defRPr>
            </a:pPr>
            <a:r>
              <a:rPr sz="1600">
                <a:solidFill>
                  <a:srgbClr val="286EE6"/>
                </a:solidFill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212848"/>
            <a:ext cx="2926079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Maintain a collection of words already seen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For each word, check whether it is already present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Keep unseen words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Skip repeated words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645920"/>
            <a:ext cx="3337560" cy="3520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8037575" y="1645920"/>
            <a:ext cx="64008" cy="3520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5" name="TextBox 14"/>
          <p:cNvSpPr txBox="1"/>
          <p:nvPr/>
        </p:nvSpPr>
        <p:spPr>
          <a:xfrm>
            <a:off x="8257031" y="1792224"/>
            <a:ext cx="19842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EXPECTED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212848"/>
            <a:ext cx="2926079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"Rama is sleeping and snooring"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First Rama is kept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Second Rama is skipped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>
                <a:solidFill>
                  <a:srgbClr val="192337"/>
                </a:solidFill>
              </a:rPr>
              <a:t>• Other words stay in their original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Split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Check seen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Unique?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192337"/>
                </a:solidFill>
              </a:rPr>
              <a:t>Keep / skip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54896" y="5394960"/>
            <a:ext cx="2002536" cy="566928"/>
          </a:xfrm>
          <a:prstGeom prst="roundRect">
            <a:avLst/>
          </a:prstGeom>
          <a:solidFill>
            <a:srgbClr val="FFFFFF"/>
          </a:solidFill>
          <a:ln w="1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sz="1600">
                <a:solidFill>
                  <a:srgbClr val="23BE7D"/>
                </a:solidFill>
              </a:rPr>
              <a:t>Join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4062" y="6428232"/>
            <a:ext cx="2938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rPr sz="1200">
                <a:solidFill>
                  <a:srgbClr val="586982"/>
                </a:solidFill>
              </a:rPr>
              <a:t>PYTHON LOGIC &amp; MINI PROJECTS   •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1027</Words>
  <Application>Microsoft Office PowerPoint</Application>
  <PresentationFormat>Widescreen</PresentationFormat>
  <Paragraphs>196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thejas bj</dc:creator>
  <cp:keywords/>
  <dc:description>generated using python-pptx</dc:description>
  <cp:lastModifiedBy>thejas bj</cp:lastModifiedBy>
  <cp:revision>3</cp:revision>
  <dcterms:created xsi:type="dcterms:W3CDTF">2013-01-27T09:14:16Z</dcterms:created>
  <dcterms:modified xsi:type="dcterms:W3CDTF">2026-09-01T03:10:10Z</dcterms:modified>
  <cp:category/>
</cp:coreProperties>
</file>