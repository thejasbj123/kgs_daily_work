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12CE4-5E42-EA90-48D3-4EF0C7256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45EFA-D443-B99E-6372-924C094E74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DB6B3-9227-41F8-4C39-3427130D5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99AF1-4C98-44B1-88BB-F0DBDF442AFD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5C87F-5F3A-B1D0-746B-C41BFB20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4DE03-9F6F-07FE-A1BC-D96918C84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BE1C-A57A-4A39-948A-88D2CBDD2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743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3F385-9135-D13F-6EE0-E2E947F9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6CB24-F51E-5183-1C02-9CE179353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16F3A-3484-E20A-9D53-D380B2CC2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99AF1-4C98-44B1-88BB-F0DBDF442AFD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71D9B-0CF0-9929-9ACD-FF22A3BF8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523B6-761D-499E-DADD-76BD7B2AE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BE1C-A57A-4A39-948A-88D2CBDD2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559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691C9-0BBD-0C2F-8DCD-C13AA67A9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E9016-2581-DEBA-EEE3-521D083B8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97D38-C2DE-9FEA-345D-F32EE0B0B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99AF1-4C98-44B1-88BB-F0DBDF442AFD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37B78-35EE-9595-BB3C-03437B2E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75119-190E-94A2-243E-DF63E6B7E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BE1C-A57A-4A39-948A-88D2CBDD2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802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08A9F-99FC-E3ED-1DB5-C02A29978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48595-DC2F-2B5D-9B65-BB7CF6EE69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AC94B-099A-D101-373E-38C289D05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C71AF-DC52-5EA7-3E71-CC44E17FE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99AF1-4C98-44B1-88BB-F0DBDF442AFD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866E6-2F97-CFCC-A0FF-E7160EED1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E7222-A128-40AB-9483-975168BCA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BE1C-A57A-4A39-948A-88D2CBDD2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626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5A46-68C2-B533-4F59-5B1355BAC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466AD-C7F6-F586-FF61-791D2DA38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B03B88-C45B-CBC0-7B7C-369EEE78C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C561F7-8293-C89C-E9AF-7DE9E410F8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1DEE5B-BE21-F1CD-A8B9-712037BA45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4D4ECF-19E3-629C-7A71-B7FA2749E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99AF1-4C98-44B1-88BB-F0DBDF442AFD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99DF58-2C5D-6594-0F41-FB88D765E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A5586B-9399-2F01-8F12-06C496180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BE1C-A57A-4A39-948A-88D2CBDD2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458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34C18-E760-945C-B3D6-335C6F197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A62527-16FE-15B0-B122-16C196FA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99AF1-4C98-44B1-88BB-F0DBDF442AFD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E59C01-AEF3-D738-6164-1B41ABD41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F13773-4BC6-67F1-7699-D55A3681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BE1C-A57A-4A39-948A-88D2CBDD2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644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96BBE3-74A6-0EA1-B201-00E21B279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99AF1-4C98-44B1-88BB-F0DBDF442AFD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6D0F2-431D-8252-C040-7B2F32BFA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8C5CF-C824-4E23-5032-FB725BBD1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BE1C-A57A-4A39-948A-88D2CBDD2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489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FB131-1558-23D1-21D4-C1173AEA8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B85FD-7ED9-9E45-99DA-FF0FF096D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AF8FC0-6E52-3991-5190-A0693EBD0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001A2-3C35-562E-54C2-AE3CD9315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99AF1-4C98-44B1-88BB-F0DBDF442AFD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DF761-F91D-E004-773F-AEDEBD87A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4C77D-E92B-25C1-7D74-A8FD25CE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BE1C-A57A-4A39-948A-88D2CBDD2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533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C1CAA-9FCC-6318-8606-190D307C1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2676AB-2E3A-E0D9-056B-C0B4C29221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F6264-482A-07B2-7AEF-EE1199E1F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97538-2715-7BC3-5001-B37AF4E2D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99AF1-4C98-44B1-88BB-F0DBDF442AFD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503A9-3A3F-5DD5-96F5-1418628D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88D29-ABC8-8D35-940F-E1CD975E3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BE1C-A57A-4A39-948A-88D2CBDD2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748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58353-3694-DF12-4995-4C02CE8E4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6400A-E209-76BA-EC5D-FCABAF1D9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9AA77-0A8E-0671-67CB-C04418906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99AF1-4C98-44B1-88BB-F0DBDF442AFD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13D3E-1365-F928-E107-F441B1AEB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F6E6B-3BA5-A479-1531-A4458BDE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BE1C-A57A-4A39-948A-88D2CBDD2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681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FFE357-CFF1-7706-AF50-7EF1D138CC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B5D90A-6FAF-A831-CA2E-7CB58B5C0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45E43-BE63-9E68-7558-8422B8F88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99AF1-4C98-44B1-88BB-F0DBDF442AFD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C4E92-5DE2-DE7F-BF54-3687BF6CE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B7DFA-417B-081A-1AF5-CDC82CA0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BE1C-A57A-4A39-948A-88D2CBDD2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395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E79958-835B-98EE-5AF1-15D7EE21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1B697-0710-9739-4046-BBD4DB081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E5502-1E29-E9BF-F03E-544FFE280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499AF1-4C98-44B1-88BB-F0DBDF442AFD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32C5B-9F02-EA10-F885-40794C8C02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3C5E3-6B11-945B-F723-F594EC2F0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5BE1C-A57A-4A39-948A-88D2CBDD2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960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5BFEFC4-BB2C-EEF2-685A-74E646D2102D}"/>
              </a:ext>
            </a:extLst>
          </p:cNvPr>
          <p:cNvSpPr txBox="1"/>
          <p:nvPr/>
        </p:nvSpPr>
        <p:spPr>
          <a:xfrm>
            <a:off x="1854806" y="2477073"/>
            <a:ext cx="848238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PYTHON PROGRAMMING TASKS  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LOGIC &amp; IMPLEMENTATION</a:t>
            </a: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97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DC642-3717-2B1B-CDF0-7D9D24F48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63AD7-57C8-1DE0-BCF8-25B999BD1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GST Calculator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461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8223E-290E-573B-AF0C-181A253CB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244A93-F56E-FB85-49C5-60EE993A0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758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48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D9F97-0B9D-596B-8687-C4959B4E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GST 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37785-B16A-9AAA-F3D6-B58A0FA73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6934" y="1802476"/>
            <a:ext cx="7518722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= ₹1000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GST = 18%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GST = 1000 × 18 / 100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= ₹180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Amount = 1000 + 180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₹1180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952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4DDF8BA-4F68-1A97-9B47-BE8DCBDF83C5}"/>
              </a:ext>
            </a:extLst>
          </p:cNvPr>
          <p:cNvSpPr txBox="1"/>
          <p:nvPr/>
        </p:nvSpPr>
        <p:spPr>
          <a:xfrm>
            <a:off x="1135996" y="520306"/>
            <a:ext cx="75233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BMI Calculator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DD68CB-DB73-DD1A-CB0E-2C9CBF39739A}"/>
              </a:ext>
            </a:extLst>
          </p:cNvPr>
          <p:cNvSpPr txBox="1"/>
          <p:nvPr/>
        </p:nvSpPr>
        <p:spPr>
          <a:xfrm>
            <a:off x="1480889" y="1604696"/>
            <a:ext cx="478101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Weight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Height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cm → meter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BMI = weight / height²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BMI range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BMI + Category</a:t>
            </a:r>
          </a:p>
        </p:txBody>
      </p:sp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3EBE92AD-5677-DFA4-74D6-A72CCE4384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0215493"/>
              </p:ext>
            </p:extLst>
          </p:nvPr>
        </p:nvGraphicFramePr>
        <p:xfrm>
          <a:off x="5538265" y="2357704"/>
          <a:ext cx="6242130" cy="2895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64505">
                  <a:extLst>
                    <a:ext uri="{9D8B030D-6E8A-4147-A177-3AD203B41FA5}">
                      <a16:colId xmlns:a16="http://schemas.microsoft.com/office/drawing/2014/main" val="1307168563"/>
                    </a:ext>
                  </a:extLst>
                </a:gridCol>
                <a:gridCol w="3977625">
                  <a:extLst>
                    <a:ext uri="{9D8B030D-6E8A-4147-A177-3AD203B41FA5}">
                      <a16:colId xmlns:a16="http://schemas.microsoft.com/office/drawing/2014/main" val="799351506"/>
                    </a:ext>
                  </a:extLst>
                </a:gridCol>
              </a:tblGrid>
              <a:tr h="452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/>
                        <a:t>BMI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/>
                        <a:t>Category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2489276"/>
                  </a:ext>
                </a:extLst>
              </a:tr>
              <a:tr h="40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&lt; 18.5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Underweight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512694"/>
                  </a:ext>
                </a:extLst>
              </a:tr>
              <a:tr h="40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18.5 – &lt;25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Normal weight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235973"/>
                  </a:ext>
                </a:extLst>
              </a:tr>
              <a:tr h="40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25 – &lt;30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Overweight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6858273"/>
                  </a:ext>
                </a:extLst>
              </a:tr>
              <a:tr h="40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30+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Obese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2991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0256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C90DF-4807-BEC2-7EC6-B76A3BD0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Employee ID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833B4-791A-846B-04EB-7DDDCA5BE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2012" y="1568768"/>
            <a:ext cx="5184108" cy="469487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Employee class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company name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employee count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employee object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employee count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ID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employee details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639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BD8DE-858B-221C-1E2B-B1A6416E2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Plane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B2ADF-76CE-512C-F927-396FA3C80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	Plane</a:t>
            </a:r>
          </a:p>
          <a:p>
            <a:pPr marL="0" indent="0">
              <a:buNone/>
            </a:pPr>
            <a:r>
              <a:rPr lang="en-IN" dirty="0"/>
              <a:t>          /     |      \</a:t>
            </a:r>
          </a:p>
          <a:p>
            <a:pPr marL="0" indent="0">
              <a:buNone/>
            </a:pPr>
            <a:r>
              <a:rPr lang="en-IN" dirty="0"/>
              <a:t>         /      |       \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CargoPlane</a:t>
            </a:r>
            <a:r>
              <a:rPr lang="en-IN" dirty="0"/>
              <a:t> Passenger Fighter</a:t>
            </a:r>
          </a:p>
        </p:txBody>
      </p:sp>
    </p:spTree>
    <p:extLst>
      <p:ext uri="{BB962C8B-B14F-4D97-AF65-F5344CB8AC3E}">
        <p14:creationId xmlns:p14="http://schemas.microsoft.com/office/powerpoint/2010/main" val="3117931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FE638-C267-A8DA-D76D-93FCCD83E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Bank Transaction Analyzer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0EF98-1171-823C-8A30-26986B820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Transactions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Separate Credits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Separate Debits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Apply 10% Cashback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Calculate Balance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Display Report</a:t>
            </a:r>
          </a:p>
        </p:txBody>
      </p:sp>
    </p:spTree>
    <p:extLst>
      <p:ext uri="{BB962C8B-B14F-4D97-AF65-F5344CB8AC3E}">
        <p14:creationId xmlns:p14="http://schemas.microsoft.com/office/powerpoint/2010/main" val="46968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AA71D-E6A2-A5E3-982A-5FED38473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Visitor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F9DBC-D82D-7D82-AB6E-0EA9BD6C5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5307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Manage Class</a:t>
            </a:r>
          </a:p>
          <a:p>
            <a:pPr marL="0" indent="0">
              <a:buNone/>
            </a:pPr>
            <a:r>
              <a:rPr lang="en-IN" dirty="0"/>
              <a:t>     │</a:t>
            </a:r>
          </a:p>
          <a:p>
            <a:pPr marL="0" indent="0">
              <a:buNone/>
            </a:pPr>
            <a:r>
              <a:rPr lang="en-IN" dirty="0"/>
              <a:t>     ├── </a:t>
            </a:r>
            <a:r>
              <a:rPr lang="en-IN" dirty="0" err="1"/>
              <a:t>checkIn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 │</a:t>
            </a:r>
          </a:p>
          <a:p>
            <a:pPr marL="0" indent="0">
              <a:buNone/>
            </a:pPr>
            <a:r>
              <a:rPr lang="en-IN" dirty="0"/>
              <a:t>     ├── </a:t>
            </a:r>
            <a:r>
              <a:rPr lang="en-IN" dirty="0" err="1"/>
              <a:t>checkOut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 │</a:t>
            </a:r>
          </a:p>
          <a:p>
            <a:pPr marL="0" indent="0">
              <a:buNone/>
            </a:pPr>
            <a:r>
              <a:rPr lang="en-IN" dirty="0"/>
              <a:t>     ├── guidelines()</a:t>
            </a:r>
          </a:p>
          <a:p>
            <a:pPr marL="0" indent="0">
              <a:buNone/>
            </a:pPr>
            <a:r>
              <a:rPr lang="en-IN" dirty="0"/>
              <a:t>     │</a:t>
            </a:r>
          </a:p>
          <a:p>
            <a:pPr marL="0" indent="0">
              <a:buNone/>
            </a:pPr>
            <a:r>
              <a:rPr lang="en-IN" dirty="0"/>
              <a:t>     └── exit()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08B135-C59E-3777-AC56-6CEC7B45BCF9}"/>
              </a:ext>
            </a:extLst>
          </p:cNvPr>
          <p:cNvSpPr txBox="1">
            <a:spLocks/>
          </p:cNvSpPr>
          <p:nvPr/>
        </p:nvSpPr>
        <p:spPr>
          <a:xfrm>
            <a:off x="6535972" y="1690688"/>
            <a:ext cx="65458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Enter Entry Time</a:t>
            </a:r>
          </a:p>
          <a:p>
            <a:pPr marL="0" indent="0">
              <a:buNone/>
            </a:pPr>
            <a:r>
              <a:rPr lang="en-US" dirty="0"/>
              <a:t>       ↓</a:t>
            </a:r>
          </a:p>
          <a:p>
            <a:pPr marL="0" indent="0">
              <a:buNone/>
            </a:pPr>
            <a:r>
              <a:rPr lang="en-US" dirty="0"/>
              <a:t>Is 0–23?</a:t>
            </a:r>
          </a:p>
          <a:p>
            <a:pPr marL="0" indent="0">
              <a:buNone/>
            </a:pPr>
            <a:r>
              <a:rPr lang="en-US" dirty="0"/>
              <a:t>   ↙       ↘</a:t>
            </a:r>
          </a:p>
          <a:p>
            <a:pPr marL="0" indent="0">
              <a:buNone/>
            </a:pPr>
            <a:r>
              <a:rPr lang="en-US" dirty="0"/>
              <a:t> YES       NO</a:t>
            </a:r>
          </a:p>
          <a:p>
            <a:pPr marL="0" indent="0">
              <a:buNone/>
            </a:pPr>
            <a:r>
              <a:rPr lang="en-US" dirty="0"/>
              <a:t> ↓          ↓</a:t>
            </a:r>
          </a:p>
          <a:p>
            <a:pPr marL="0" indent="0">
              <a:buNone/>
            </a:pPr>
            <a:r>
              <a:rPr lang="en-US" dirty="0"/>
              <a:t>Accept    Error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8629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BF53A-E6F4-549B-4908-59F015A17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Slicing &amp; Formatting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A3522B59-AE10-5B44-BB23-9A955B6EDE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7906016"/>
              </p:ext>
            </p:extLst>
          </p:nvPr>
        </p:nvGraphicFramePr>
        <p:xfrm>
          <a:off x="838200" y="2148840"/>
          <a:ext cx="10515600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89462251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792595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b="1"/>
                        <a:t>Syntax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b="1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4081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s[:5]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First 5 characters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8403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s[-4:]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Last 4 characters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3248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s[2:8]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Characters from index 2 to 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3252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s[::2]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Every second character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1746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s[::3]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Every third character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2019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s[::-1]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dirty="0"/>
                        <a:t>Reverse 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3133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8000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13B696-120D-E23C-2936-7728E04CD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778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278</Words>
  <Application>Microsoft Office PowerPoint</Application>
  <PresentationFormat>Widescreen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Topics</vt:lpstr>
      <vt:lpstr>PowerPoint Presentation</vt:lpstr>
      <vt:lpstr>1. GST Calculator</vt:lpstr>
      <vt:lpstr>PowerPoint Presentation</vt:lpstr>
      <vt:lpstr>3. Employee ID Generator</vt:lpstr>
      <vt:lpstr>4. Plane Inheritance</vt:lpstr>
      <vt:lpstr>Bank Transaction Analyzer</vt:lpstr>
      <vt:lpstr>Visitor Management System</vt:lpstr>
      <vt:lpstr>String Slicing &amp; Formatting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thejas bj</dc:creator>
  <cp:lastModifiedBy>thejas bj</cp:lastModifiedBy>
  <cp:revision>2</cp:revision>
  <dcterms:created xsi:type="dcterms:W3CDTF">2026-08-29T18:03:26Z</dcterms:created>
  <dcterms:modified xsi:type="dcterms:W3CDTF">2026-08-31T06:34:57Z</dcterms:modified>
</cp:coreProperties>
</file>